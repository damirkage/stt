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D354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377440" cy="2377440"/>
          </a:xfrm>
          <a:prstGeom prst="ellipse">
            <a:avLst/>
          </a:prstGeom>
          <a:solidFill>
            <a:srgbClr val="2D35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МЕШАЕТ И ЧТО МЫ ПРЕДЛАГАЕМ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540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проблемы, которые прямо сейчас замедляют разметку —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как это выглядит, если их решить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Скриншоты реальной платформы и рабочего прототипа — не макет на бумаге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Объём, на котором это ощущается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~5 000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на один проект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(число всё время растёт)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828800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7922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Одни и те же слова печатаются заново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396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буфера нет — разметчик набирает повторяющиеся слова руками в каждой задаче.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578608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542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Плеер грубый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88950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отдельной скорости, шаг громкости крупный, повтор — без разных режимов.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3328416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 по проекту считают вручную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639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WER/CER виден только по сотруднику — свести цифры в общую картину нужно самому.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по каждому пункту: как это выглядит сейчас и что мы предлагаем показать.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1 ИЗ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Буфер слов — жизненно необходимо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146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691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340096" cy="2864756"/>
          </a:xfrm>
          <a:prstGeom prst="roundRect">
            <a:avLst>
              <a:gd name="adj" fmla="val 2554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333">
                <a:alpha val="14000"/>
              </a:srgbClr>
            </a:outerShdw>
          </a:effectLst>
        </p:spPr>
      </p:sp>
      <p:pic>
        <p:nvPicPr>
          <p:cNvPr id="9" name="Image 0" descr="real-markup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95728"/>
            <a:ext cx="4937760" cy="24624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51964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Панели буфера справа просто нет — печатать заново приходится вручную.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194560"/>
            <a:ext cx="4626864" cy="3057301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333">
                <a:alpha val="14000"/>
              </a:srgbClr>
            </a:outerShdw>
          </a:effectLst>
        </p:spPr>
      </p:sp>
      <p:pic>
        <p:nvPicPr>
          <p:cNvPr id="12" name="Image 1" descr="proto-buffer-close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450592"/>
            <a:ext cx="4114800" cy="25452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63640" y="5389021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сохраняются, доступны с клавиатуры (Ctrl+Shift+1–9), не пропадают при перезагрузке.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2 ИЗ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Точная настройка аудиоплеера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146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691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303520" cy="1251065"/>
          </a:xfrm>
          <a:prstGeom prst="roundRect">
            <a:avLst>
              <a:gd name="adj" fmla="val 584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333">
                <a:alpha val="14000"/>
              </a:srgbClr>
            </a:outerShdw>
          </a:effectLst>
        </p:spPr>
      </p:sp>
      <p:pic>
        <p:nvPicPr>
          <p:cNvPr id="9" name="Image 0" descr="before-tool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60320"/>
            <a:ext cx="4572000" cy="5195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3793097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3665081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Отдельной регулировки скорости нет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" y="4213721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4085705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громкости крупный, не 1%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4634345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06329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— без выбора «этот клип / все клипы»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194560"/>
            <a:ext cx="4718304" cy="1922179"/>
          </a:xfrm>
          <a:prstGeom prst="roundRect">
            <a:avLst>
              <a:gd name="adj" fmla="val 3806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333">
                <a:alpha val="14000"/>
              </a:srgbClr>
            </a:outerShdw>
          </a:effectLst>
        </p:spPr>
      </p:sp>
      <p:pic>
        <p:nvPicPr>
          <p:cNvPr id="17" name="Image 1" descr="proto-repeat-close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450592"/>
            <a:ext cx="4206240" cy="141011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63640" y="4317907"/>
            <a:ext cx="5632704" cy="1216416"/>
          </a:xfrm>
          <a:prstGeom prst="roundRect">
            <a:avLst>
              <a:gd name="adj" fmla="val 6014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333">
                <a:alpha val="14000"/>
              </a:srgbClr>
            </a:outerShdw>
          </a:effectLst>
        </p:spPr>
      </p:sp>
      <p:pic>
        <p:nvPicPr>
          <p:cNvPr id="19" name="Image 2" descr="proto-volume-close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4573939"/>
            <a:ext cx="5120640" cy="7043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3 ИЗ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Аналитика WER/CER для менеджера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146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0" y="1691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642616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5054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WER/CER виден только по каждому сотруднику отдельно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419856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2826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проекту — сложить и разделить вручную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4197096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40599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Разбивки по дням (когда начал/закончил работу) нет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974336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48371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Дашборда для менеджера в интерфейсе нет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468880"/>
            <a:ext cx="5815584" cy="3078111"/>
          </a:xfrm>
          <a:prstGeom prst="roundRect">
            <a:avLst>
              <a:gd name="adj" fmla="val 237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333">
                <a:alpha val="14000"/>
              </a:srgbClr>
            </a:outerShdw>
          </a:effectLst>
        </p:spPr>
      </p:sp>
      <p:pic>
        <p:nvPicPr>
          <p:cNvPr id="18" name="Image 0" descr="proto-analytics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2633472"/>
            <a:ext cx="5486400" cy="274892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СОБРАНО — ДЛЯ АККАУНТА РУКОВОДИТЕЛЯ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Сводная аналитика по всем проектам сразу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16456" y="1463040"/>
            <a:ext cx="8558784" cy="3998214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333">
                <a:alpha val="14000"/>
              </a:srgbClr>
            </a:outerShdw>
          </a:effectLst>
        </p:spPr>
      </p:sp>
      <p:pic>
        <p:nvPicPr>
          <p:cNvPr id="5" name="Image 0" descr="summary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1627632"/>
            <a:ext cx="8229600" cy="36690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66242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5525262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Фильтр Внутренние / Внешние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808726"/>
            <a:ext cx="3243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над блоками — WER/CER и все графики пересчитываются под выбранную группу исполнителей.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58640" y="566242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59808" y="5525262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внутренних и внешних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59808" y="5808726"/>
            <a:ext cx="3243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WER/CER рядом по каждой группе — видно, где качество проседает, без сведения цифр вручную.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77200" y="566242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8368" y="5525262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работала команда сегодня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278368" y="5808726"/>
            <a:ext cx="3243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и окончание работы каждого исполнителя на общей шкале дня — видно нагрузку и простои сразу.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ВОПРОС — НЕ СРОЧНО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Studio — реальная альтернатива, если понадобится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Аудио — из коробки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шаблон Audio Transcription: плеер + поле транскрипции, ничего собирать не нужно.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65960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Свои данные, свой экспорт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1089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из CSV/JSON/облака, экспорт в JSON/CSV — данные не заперты внутри системы.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65960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аннотаторов встроено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1089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готовая метрика согласованности (agreement) между разметчиками — то же самое, что делает ваш ассессор.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C23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507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 ЭТИМ СПРАВЛЯЮТСЯ ЗА ГРАНИЦЕЙ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7823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использует Label Studio именно для разметки речи: модель делает черновую транскрипцию (NeMo ASR) → человек проверяет и правит в Label Studio → экспорт для дообучения модели. Практически один в один наш процесс с STT.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И СТОИМОСТЬ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дешевле — не так однозначно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C23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STUDIO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Фронтенд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148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Svelte, закрытый исходный код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148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открытый исходный код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07208"/>
            <a:ext cx="1088136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807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Кастомизация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8072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через config-хуки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8072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менять исходники напрямую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46557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Базовая разметка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4655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 / место, разовая покупка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4655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(Apache 2.0), self-host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23944"/>
            <a:ext cx="1088136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239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и ревью (как на вашем скрине)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41239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Входит в лицензию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41239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Enterprise — цена по запросу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782312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782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Аудио + транскрипция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47823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(может требовать плагин)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7823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шаблон из коробки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Роли/ревью, которые уже есть у нас сегодня, — платная часть в обеих системах. Честное сравнение: не «Prodigy $490 vs Label Studio бесплатно», а лицензия Prodigy vs цена Enterprise Label Studio по запросу — плюс стоимость миграции данных и переобучения команды.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114800" cy="4114800"/>
          </a:xfrm>
          <a:prstGeom prst="ellipse">
            <a:avLst/>
          </a:prstGeom>
          <a:solidFill>
            <a:srgbClr val="2D3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пунктов к обсуждению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7744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Буфер слов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73405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Жизненно необходим — экономит время на каждой из тысяч задач.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7238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Точная настройка плеера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290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и громкость отдельно, шаг 1%, повтор в 3 режимах.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813048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673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Аналитика WER/CER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12394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дашборд и среднее по проекту — без ручного подсчёта.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507992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462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Сводная аналитика и начало/окончание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188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vs внешние, шкала работы команды за день — уже собрано.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202936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57216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Studio — параллельная оценка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5138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блокирует остальное: смотрим цену Enterprise и объём миграции отдельно.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Обсудим на встрече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2026-09-02T09:13:48Z</dcterms:created>
  <dcterms:modified xsi:type="dcterms:W3CDTF">2026-09-02T09:13:48Z</dcterms:modified>
</cp:coreProperties>
</file>