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2D3540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663440"/>
            <a:ext cx="2377440" cy="2377440"/>
          </a:xfrm>
          <a:prstGeom prst="ellipse">
            <a:avLst/>
          </a:prstGeom>
          <a:solidFill>
            <a:srgbClr val="2D354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И ЧТО МЫ ПРЕДЛАГАЕМ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540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проблемы, которые прямо сейчас замедляют разметку —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как это выглядит, если их решить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Скриншоты реальной платформы и рабочего прототипа — не макет на бумаге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Объём, на котором это ощущается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10896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~5 000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 на один проект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(число всё время растёт)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0" y="1828800"/>
            <a:ext cx="365760" cy="365760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1148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7922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Одни и те же слова печатаются заново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396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буфера нет — разметчик набирает повторяющиеся слова руками в каждой задаче.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578608"/>
            <a:ext cx="365760" cy="365760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5420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Плеер грубый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889504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отдельной скорости, шаг громкости крупный, повтор — без разных режимов.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0" y="3328416"/>
            <a:ext cx="365760" cy="365760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1148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291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Среднее по проекту считают вручную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639312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WER/CER виден только по сотруднику — свести цифры в общую картину нужно самому.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806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 — по каждому пункту: как это выглядит сейчас и что мы предлагаем показать.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1 ИЗ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Буфер слов — жизненно необходимо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146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63640" y="16916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40096" cy="2864756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9" name="Image 0" descr="real-markup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395728"/>
            <a:ext cx="4937760" cy="24624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0080" y="519647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Панели буфера справа просто нет — печатать заново приходится вручную.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2194560"/>
            <a:ext cx="4626864" cy="3057301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2" name="Image 1" descr="proto-buffer-clos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450592"/>
            <a:ext cx="4114800" cy="25452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263640" y="5389021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 сохраняются, доступны с клавиатуры (Ctrl+Shift+1–9), не пропадают при перезагрузке.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2 ИЗ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Точная настройка аудиоплеера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146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63640" y="16916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03520" cy="1251065"/>
          </a:xfrm>
          <a:prstGeom prst="roundRect">
            <a:avLst>
              <a:gd name="adj" fmla="val 584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9" name="Image 0" descr="before-tool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560320"/>
            <a:ext cx="4572000" cy="51954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5800" y="3793097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665081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Отдельной регулировки скорости нет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85800" y="4213721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085705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громкости крупный, не 1%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5800" y="4634345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4506329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— без выбора «этот клип / все клипы»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63640" y="2194560"/>
            <a:ext cx="4718304" cy="1922179"/>
          </a:xfrm>
          <a:prstGeom prst="round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7" name="Image 1" descr="proto-repeat-clos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450592"/>
            <a:ext cx="4206240" cy="141011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63640" y="4317907"/>
            <a:ext cx="5632704" cy="1216416"/>
          </a:xfrm>
          <a:prstGeom prst="roundRect">
            <a:avLst>
              <a:gd name="adj" fmla="val 601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9" name="Image 2" descr="proto-volume-close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4573939"/>
            <a:ext cx="5120640" cy="70435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E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3 ИЗ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498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Аналитика WER/CER для менеджера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F1463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35040" y="169164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035040" y="16916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76200" dist="25400" dir="5400000">
              <a:srgbClr val="1C233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0120" y="264261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250545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WER/CER виден только по каждому сотруднику отдельно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41985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88720" y="328269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по проекту — сложить и разделить вручную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60120" y="419709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88720" y="40599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Разбивки по дням (когда начал/закончил работу) нет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60120" y="4974336"/>
            <a:ext cx="82296" cy="8229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88720" y="48371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Дашборда для менеджера в интерфейсе нет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35040" y="2468880"/>
            <a:ext cx="5815584" cy="3078111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sx="100000" sy="100000" kx="0" ky="0" algn="bl" rotWithShape="0" blurRad="88900" dist="25400" dir="5400000">
              <a:srgbClr val="1C2333">
                <a:alpha val="14000"/>
              </a:srgbClr>
            </a:outerShdw>
          </a:effectLst>
        </p:spPr>
      </p:sp>
      <p:pic>
        <p:nvPicPr>
          <p:cNvPr id="18" name="Image 0" descr="proto-analytics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2633472"/>
            <a:ext cx="5486400" cy="274892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029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Kaspi </a:t>
            </a:r>
            <a:pPr indent="0" marL="0">
              <a:buNone/>
            </a:pPr>
            <a:r>
              <a:rPr lang="en-US" sz="1050" b="1" dirty="0">
                <a:solidFill>
                  <a:srgbClr val="F14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Markup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114800"/>
            <a:ext cx="4114800" cy="4114800"/>
          </a:xfrm>
          <a:prstGeom prst="ellipse">
            <a:avLst/>
          </a:prstGeom>
          <a:solidFill>
            <a:srgbClr val="2D354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14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КОРОТКО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16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пункта, которые хотим обсудить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56032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Буфер слов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9718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Жизненно необходим — экономит время на каждой из тысяч задач.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56616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5204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Точная настройка плеера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9319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и громкость отдельно, шаг 1%, повтор в 3 режимах.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526280"/>
            <a:ext cx="402336" cy="402336"/>
          </a:xfrm>
          <a:prstGeom prst="ellipse">
            <a:avLst/>
          </a:prstGeom>
          <a:solidFill>
            <a:srgbClr val="F146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526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44805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Аналитика WER/CER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48920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дашборд и среднее по проекту — без ручного подсчёта.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Обсудим на встрече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2026-09-02T05:58:59Z</dcterms:created>
  <dcterms:modified xsi:type="dcterms:W3CDTF">2026-09-02T05:58:59Z</dcterms:modified>
</cp:coreProperties>
</file>