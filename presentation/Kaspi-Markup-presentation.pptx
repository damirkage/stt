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377440" cy="237744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И ЧТО МЫ ПРЕДЛАГАЕМ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540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проблемы, которые прямо сейчас замедляют разметку —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как это выглядит, если их решить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Скриншоты реальной платформы и рабочего прототипа — не макет на бумаге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Объём, на котором это ощущается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~5 000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на один проект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(число всё время растёт)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828800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792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Одни и те же слова печатаются заново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396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буфера нет — разметчик набирает повторяющиеся слова руками в каждой задаче.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578608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5420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Плеер грубый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88950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отдельной скорости, шаг громкости крупный, повтор — без разных режимов.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3328416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291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Среднее по проекту считают вручную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63931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WER/CER виден только по сотруднику — свести цифры в общую картину нужно самому.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по каждому пункту: как это выглядит сейчас и что мы предлагаем показать.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1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Буфер слов — жизненно необходимо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636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40096" cy="2864756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9" name="Image 0" descr="real-markup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395728"/>
            <a:ext cx="4937760" cy="24624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" y="51964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Панели буфера справа просто нет — печатать заново приходится вручную.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2194560"/>
            <a:ext cx="4626864" cy="3057301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2" name="Image 1" descr="proto-buffer-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450592"/>
            <a:ext cx="4114800" cy="25452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63640" y="5389021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 сохраняются, доступны с клавиатуры (Ctrl+Shift+1–9), не пропадают при перезагрузке.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2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Точная настройка аудиоплеера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636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03520" cy="1251065"/>
          </a:xfrm>
          <a:prstGeom prst="roundRect">
            <a:avLst>
              <a:gd name="adj" fmla="val 584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9" name="Image 0" descr="before-tool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60320"/>
            <a:ext cx="4572000" cy="51954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" y="3793097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66508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Отдельной регулировки скорости нет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5800" y="4213721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08570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громкости крупный, не 1%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5800" y="4634345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4506329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— без выбора «этот клип / все клипы»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4718304" cy="1922179"/>
          </a:xfrm>
          <a:prstGeom prst="round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7" name="Image 1" descr="proto-repeat-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450592"/>
            <a:ext cx="4206240" cy="141011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63640" y="4317907"/>
            <a:ext cx="5632704" cy="1216416"/>
          </a:xfrm>
          <a:prstGeom prst="roundRect">
            <a:avLst>
              <a:gd name="adj" fmla="val 601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9" name="Image 2" descr="proto-volume-close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4573939"/>
            <a:ext cx="5120640" cy="70435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3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Аналитика WER/CER для менеджера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264261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50545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WER/CER виден только по каждому сотруднику отдельно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41985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88720" y="328269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по проекту — сложить и разделить вручную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60120" y="419709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40599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Разбивки по дням (когда начал/закончил работу) нет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60120" y="497433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88720" y="48371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Дашборда для менеджера в интерфейсе нет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35040" y="2468880"/>
            <a:ext cx="5815584" cy="3078111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8" name="Image 0" descr="proto-analytic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2633472"/>
            <a:ext cx="5486400" cy="274892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ВОПРОС — НЕ СРОЧНО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Studio — реальная альтернатива, если понадобится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402336" cy="40233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Аудио — из коробки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089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шаблон Audio Transcription: плеер + поле транскрипции, ничего собирать не нужно.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65960"/>
            <a:ext cx="402336" cy="40233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 данные, свой экспорт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1089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CSV/JSON/облака, экспорт в JSON/CSV — данные не заперты внутри системы.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1965960"/>
            <a:ext cx="402336" cy="40233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5603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аннотаторов встроено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1089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готовая метрика согласованности (agreement) между разметчиками — то же самое, что делает ваш ассессор.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C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0799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 ЭТИМ СПРАВЛЯЮТСЯ ЗА ГРАНИЦЕЙ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823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использует Label Studio именно для разметки речи: модель делает черновую транскрипцию (NeMo ASR) → человек проверяет и правит в Label Studio → экспорт для дообучения модели. Практически один в один наш процесс с STT.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И СТОИМОСТЬ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дешевле — не так однозначно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C23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691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PRODIGY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691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STUDIO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10881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Фронтенд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14884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Svelte, закрытый исходный код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26680" y="214884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открытый исходный код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07208"/>
            <a:ext cx="10881360" cy="658368"/>
          </a:xfrm>
          <a:prstGeom prst="rect">
            <a:avLst/>
          </a:prstGeom>
          <a:solidFill>
            <a:srgbClr val="ECEEF1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807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Кастомизация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280720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через config-хуки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80720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менять исходники напрямую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465576"/>
            <a:ext cx="10881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46557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Базовая разметка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346557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$490 / место, разовая покупка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46557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 (Apache 2.0), self-host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123944"/>
            <a:ext cx="10881360" cy="658368"/>
          </a:xfrm>
          <a:prstGeom prst="rect">
            <a:avLst/>
          </a:prstGeom>
          <a:solidFill>
            <a:srgbClr val="ECEEF1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2394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Роли и ревью (как на вашем скрине)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412394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Входит в лицензию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412394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в Enterprise — цена по запросу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782312"/>
            <a:ext cx="10881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78231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Аудио + транскрипция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478231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(может требовать плагин)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26680" y="478231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шаблон из коробки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6235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Роли/ревью, которые уже есть у нас сегодня, — платная часть в обеих системах. Честное сравнение: не «Prodigy $490 vs Label Studio бесплатно», а лицензия Prodigy vs цена Enterprise Label Studio по запросу — плюс стоимость миграции данных и переобучения команды.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114800"/>
            <a:ext cx="4114800" cy="411480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1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пункта к обсуждению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6517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Буфер слов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044952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Жизненно необходим — экономит время на каждой из тысяч задач.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47472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4290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Точная настройка плеера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822192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 громкость отдельно, шаг 1%, повтор в 3 режимах.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2062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Аналитика WER/CER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599432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дашборд и среднее по проекту — без ручного подсчёта.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02920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9834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Studio — параллельная оценка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5376672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блокирует остальное: смотрим цену Enterprise и объём миграции отдельно.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Обсудим на встрече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2026-09-02T07:12:42Z</dcterms:created>
  <dcterms:modified xsi:type="dcterms:W3CDTF">2026-09-02T07:12:42Z</dcterms:modified>
</cp:coreProperties>
</file>